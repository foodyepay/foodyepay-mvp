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9144000" cy="228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FoodyePay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AI-Powered Onchain Operating System for Real-World Commerce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 | 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Restaurant Payment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3152" cy="12801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takeout orders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placed via phone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188720"/>
            <a:ext cx="73152" cy="12801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0" y="118872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03520" y="1371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10-15%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303520" y="1920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revenue lost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missed calls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73152" cy="12801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83464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2.9%+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31520" y="3566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fees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0" y="2834640"/>
            <a:ext cx="73152" cy="12801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283464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T+2 Days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303520" y="3566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delay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merchants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AVOS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Voice Ordering System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Answers Every Call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45920" y="214884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voice AI (EN/中文/粵語/ES)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45920" y="283464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Instant Crypto Settlement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315468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on Base L2, no T+2 delays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✓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45920" y="384048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95%+ Order Accuracy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41605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errors, saves labor costs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5029200"/>
            <a:ext cx="7315200" cy="411480"/>
          </a:xfrm>
          <a:prstGeom prst="roundRect">
            <a:avLst/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029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| Filed January 2026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AVOS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371600"/>
            <a:ext cx="914400" cy="9144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0" y="150876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Calls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31720" y="1371600"/>
            <a:ext cx="914400" cy="9144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233172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83280" y="150876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011680" y="24688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Takes Order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86200" y="1371600"/>
            <a:ext cx="914400" cy="9144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388620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937760" y="150876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66160" y="24688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to POS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40680" y="1371600"/>
            <a:ext cx="914400" cy="9144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492240" y="150876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120640" y="24688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via SMS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95160" y="1371600"/>
            <a:ext cx="914400" cy="9144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675120" y="24688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Settlement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on Best-in-Class Infrastructure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Stack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Amazon Nova 2 Sonic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LLM NLU Engine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Vector DB Menu Matching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Neural TTS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Blockchain Stack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1208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Base L2 (Coinbase)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0" y="2103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Uniswap V4 Hooks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12080" y="2560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USDC Stablecoin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3017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Smart Contract Settlement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Partners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1920240" cy="365760"/>
          </a:xfrm>
          <a:prstGeom prst="roundRect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97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Nova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4297680"/>
            <a:ext cx="1920240" cy="365760"/>
          </a:xfrm>
          <a:prstGeom prst="roundRect">
            <a:avLst/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2514600" y="4297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Coinbase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4297680"/>
            <a:ext cx="1920240" cy="365760"/>
          </a:xfrm>
          <a:prstGeom prst="round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4297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Uniswap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29400" y="4297680"/>
            <a:ext cx="1920240" cy="365760"/>
          </a:xfrm>
          <a:prstGeom prst="roundRect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297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for Startups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Massive Market Opportunity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$900B+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US Restaurant Volume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45,000+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Chinese Restaurants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1M+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91840" y="3749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US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$4.2T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126480" y="3749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Market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Go-to-Market Strategy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27432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335024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Chinese Restaurants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 partnership, 45K+ restaurants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7432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1335024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 Asian Restaurants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29000" y="2423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via NRA, broader Asian cuisine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743200" cy="54864"/>
          </a:xfrm>
          <a:prstGeom prst="rect">
            <a:avLst/>
          </a:prstGeom>
          <a:solidFill>
            <a:srgbClr val="2EA853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335024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Global Scale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55080" y="2423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restaurant types, international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384048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508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27432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AVOS subscription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$99-299/mo per restaurant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651760" cy="384048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508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💳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2900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Payment Processing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29000" y="27432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 transaction fee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2.9% credit card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2651760" cy="384048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508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🪙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26364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Token Economy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63640" y="27432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FOODY coin loyalty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settlement rewards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Foodye Coin (FOODY)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219456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&amp; Rewards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0" y="1371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1920240"/>
            <a:ext cx="1097280" cy="3657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2024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(4-year vest)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2468880"/>
            <a:ext cx="822960" cy="365760"/>
          </a:xfrm>
          <a:prstGeom prst="rect">
            <a:avLst/>
          </a:prstGeom>
          <a:solidFill>
            <a:srgbClr val="2EA85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6888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2468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3017520"/>
            <a:ext cx="822960" cy="36576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175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3017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3566160"/>
            <a:ext cx="548640" cy="36576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56616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11680" y="3566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1B Total Supply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4572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L2 Network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0" y="4572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ERC-20 Token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Traction &amp; Recognition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Coinbase Blue Carpet Recognition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Uniswap Hook Incubator (UHI8 Cohort)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Google for Startups Program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National Restaurant Association Member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AVOS Provisional Patent Filed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Amazon Nova AI Hackathon Participant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FoodyePay Wins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01168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14600" y="1188720"/>
            <a:ext cx="201168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251460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Traditional POS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201168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Delivery Apps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29400" y="1188720"/>
            <a:ext cx="201168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FoodyePay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Voice Ordering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64592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164592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29400" y="1645920"/>
            <a:ext cx="201168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Settlement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01168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1460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201168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29400" y="2011680"/>
            <a:ext cx="201168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237744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377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1.5% Fees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237744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2377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0" y="237744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2377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29400" y="2377440"/>
            <a:ext cx="201168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2377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274320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274320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1460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0" y="274320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29400" y="2743200"/>
            <a:ext cx="201168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940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310896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108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Rewards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514600" y="310896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14600" y="3108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72000" y="310896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0" y="3108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629400" y="3108960"/>
            <a:ext cx="201168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29400" y="3108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57200" y="347472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3474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Commission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514600" y="347472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14600" y="3474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572000" y="347472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0" y="3474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29400" y="3474720"/>
            <a:ext cx="201168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3474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Projections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3105150"/>
            <a:ext cx="1371600" cy="952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328803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$500K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3474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0" y="2628900"/>
            <a:ext cx="1371600" cy="571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28117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3474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914400"/>
            <a:ext cx="1371600" cy="2286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1097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3474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709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$14,400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4389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4709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35040" y="4389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LTV/CAC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4709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29x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Seed Round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$2M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$7M Post-Money Valuation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926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29260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Development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3429000"/>
            <a:ext cx="7315200" cy="3657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429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34290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&amp; Sales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931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39319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Compliance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4434840"/>
            <a:ext cx="7315200" cy="3657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4348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0" y="44348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9144000" cy="228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FoodyePay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Future of Restaurant Commerce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 Liao | info@foodyecoin.io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www.foodyepay.com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2026-02-14T05:12:02Z</dcterms:created>
  <dcterms:modified xsi:type="dcterms:W3CDTF">2026-02-14T05:12:02Z</dcterms:modified>
</cp:coreProperties>
</file>